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Store Agentic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Execution for Retail CPG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x  Commercial Context  x  Multi-Agent Architecture on GCP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Portfolio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+ Gemini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Automated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Pipeline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08813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24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261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data, LLM-powered DQ verdict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5179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2821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901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A/B/C/D tiers + Quantile Regression gaps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236829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304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542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on 25+ features, LLM cluster labels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7980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00837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2944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Generator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3182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vs Strategic SKU classification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34381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" y="364845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PDFs, Excel, segment CSVs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4078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42062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4288536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15568" y="4224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Allocation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5568" y="44622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Rack-ready facings, shelf zones, DoS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Differentiators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120640" y="1508760"/>
            <a:ext cx="3657600" cy="749808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40" name="Shape 38"/>
          <p:cNvSpPr/>
          <p:nvPr/>
        </p:nvSpPr>
        <p:spPr>
          <a:xfrm>
            <a:off x="5120640" y="1508760"/>
            <a:ext cx="54864" cy="749808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LLM Client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Gemini, Vertex AI, Claude &amp; Ollama under one call_llm interface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20640" y="2377440"/>
            <a:ext cx="3657600" cy="749808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20640" y="2377440"/>
            <a:ext cx="54864" cy="749808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0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Fallback Chain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2706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2.5-pro → 2.5-flash → 2.0-flash for automatic resilience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20640" y="3246120"/>
            <a:ext cx="3657600" cy="749808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48" name="Shape 46"/>
          <p:cNvSpPr/>
          <p:nvPr/>
        </p:nvSpPr>
        <p:spPr>
          <a:xfrm>
            <a:off x="5120640" y="3246120"/>
            <a:ext cx="54864" cy="749808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0" y="3300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575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cache with 1-hr TTL delivers 80–90% token cost reduction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120640" y="4114800"/>
            <a:ext cx="3657600" cy="749808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52" name="Shape 50"/>
          <p:cNvSpPr/>
          <p:nvPr/>
        </p:nvSpPr>
        <p:spPr>
          <a:xfrm>
            <a:off x="5120640" y="4114800"/>
            <a:ext cx="54864" cy="749808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0" y="4169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fallbacks at every step if LLM fails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Context as Code — The Knowledge Layer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ContextLoader injects curated markdown files as system prompts into every LLM call — grounding all outputs in CPG execution reality.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146304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6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validation rules &amp; 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channels: GT, MT, AfH, 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 &amp; clustering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Price-pack tiers: ₹5 / ₹10 / ₹20 / ₹30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 parameters &amp; output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 missions: Impulse, Stock-up, Meal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 format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terms: Kirana, SEC, VPO, NSV, PPG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India-Specific Commercial Nuances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3886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6484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3648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→ Tier-1 → Tier-2 → Rural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3611880"/>
            <a:ext cx="3886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36484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3648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A–E households, income proxies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3886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4197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4197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offices, malls, transit hubs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4160520"/>
            <a:ext cx="3886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4197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4197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Lays, Kurkure, Doritos with Indian PPG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without a vector database — deterministic, version-controlled, auditable. Zero retrieval-relevance risk.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GCP-Native Agentic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1874520" cy="54864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backbone for all 6 agents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05840"/>
            <a:ext cx="1874520" cy="54864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170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deployment, ADC, Gemini + Claude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1874520" cy="54864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70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1-hr TTL, 80–90% cost savings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005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005840"/>
            <a:ext cx="1874520" cy="54864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170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2.5-pro/flash with dedicated thinking budget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Design Patterns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54864" cy="438912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0540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context cascade: DQ → Priority → Segments → MSL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54864" cy="438912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383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6027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primary parsing with automatic text-based regex fallback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54864" cy="438912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Parallelized Processing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151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segment summaries via ThreadPoolExecutor with rate-limit stagger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54864" cy="438912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700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flat-outlet vs transactional-SKU inputs, aggregates transparently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Agentic Architecture Enhancements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65836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152144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350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Meta-orchestrator monitoring agent outputs, triggering re-runs on quality failures, dynamically adjusting pipeline parameters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54864" cy="65836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1929384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8562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Feedback Loops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122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negotiate rather than pass static text — Segmentation requests better features, MSL flags priority misalignment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60320"/>
            <a:ext cx="54864" cy="65836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2706624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6334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889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for standard runs. Recommended touchpoints: segment label approval, MSL override for NPD, final GTM sign-off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37560"/>
            <a:ext cx="54864" cy="65836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3483864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41071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Scaling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6667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/context/project.md to onboard a new market. Zero code changes — only markdown authored by local commercial teams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14800"/>
            <a:ext cx="54864" cy="658368"/>
          </a:xfrm>
          <a:prstGeom prst="rect">
            <a:avLst/>
          </a:prstGeom>
          <a:solidFill>
            <a:srgbClr val="4A7C6B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4261104"/>
            <a:ext cx="365760" cy="365760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418795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Memory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443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run history, track which recommendations drove NSV uplift, feed outcomes back into the knowledge layer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New Functional Capabilities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804672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69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36245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on top of pipeline outputs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heads ask: “Which B+ stores in Maharashtra have the highest gap for Kurkure?”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actual segment data, MSL workbooks, priority narratives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as Slack bot, web app, or Salesforce integration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804672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95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Tool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8833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invoke each other as callable tools during reasoning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Agent checks space feasibility before finalizing SKU list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Agent calls DQ Agent to validate suspicious clusters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linear chain into a collaborative agentic mesh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611880"/>
            <a:ext cx="8046720" cy="45720"/>
          </a:xfrm>
          <a:prstGeom prst="rect">
            <a:avLst/>
          </a:prstGeom>
          <a:solidFill>
            <a:srgbClr val="D4956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21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014216"/>
            <a:ext cx="7589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we add 3 SKUs to Bucket C?” → re-runs downstream, shows comparative impact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segment shifts, MSL cost, revenue uplift, space feasibility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NLQ Agent for conversational scenario exploration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Store Agentic AI</dc:title>
  <dc:subject>PptxGenJS Presentation</dc:subject>
  <dc:creator>Fasahat</dc:creator>
  <cp:lastModifiedBy>Fasahat</cp:lastModifiedBy>
  <cp:revision>1</cp:revision>
  <dcterms:created xsi:type="dcterms:W3CDTF">2026-05-06T04:34:14Z</dcterms:created>
  <dcterms:modified xsi:type="dcterms:W3CDTF">2026-05-06T04:34:14Z</dcterms:modified>
</cp:coreProperties>
</file>